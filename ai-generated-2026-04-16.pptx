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封面页，快速带过，约10秒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目录页，快速带过，约20秒。告诉评委：本次答辩围绕三个改进点展开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研究背景，约1分钟。重点强调：3.66亿汽车保有量带来的停车压力，以及现有嵌入式方案在通信实时性、识别容错性、车辆管控三个维度的不足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系统总体架构，约30秒。快速介绍四层架构：感知层STM32+FreeRTOS、通信层ESP8266自定义固件、服务层Spring Boot+ONNX、应用层Vue管理后台+微信小程序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改进点一，约40秒。核心论点：传统AT指令同步阻塞，40KB图片上传期间主控被阻塞6250ms。本方案ESP8266烧录自定义固件作为独立协处理器，UART异步JSON通信，主控阻塞时间归零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改进点二，约40秒。核心论点：OV7670单帧易受运动模糊和光线影响。本方案间隔1500ms采集两帧，服务端5s窗口内五级融合决策。重点讲规则一（一致采信）和规则四（编辑距离择优）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改进点三，约40秒。核心论点：现有方案无法区分车辆类型。本方案三级决策：黑名单拒绝→白名单/会员优惠→普通计费。决策结果通过MQTT一次性下发，无需轮询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关键模块实现，约50秒。嵌入式端重点讲：HC-SR04+YL62与门融合降低误触发、OV7670丢弃首帧等AEC稳定。服务端重点讲：ONNX两阶段推理（检测+CTC解码）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实验结果，约1.5分钟，重点页。通信对比：40KB时JSON协议仅为AT模式的16.2%，主控阻塞归零。识别对比：整体准确率82.2%→91.7%，运动模糊场景提升最大+15%。集成测试：9条用例全部通过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工程联调完善，约1分钟，重点页。问题一：gate_allow硬编码导致黑名单拦截依赖MQTT时序，修复后HTTP+MQTT双重保障。问题二：YL62轮询阻塞主任务3s，改为独立后台线程完全解耦。体现从方案到工程落地的能力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总结与展望，约30秒。三个改进点的核心指标一句话带过，展望部分简要提及四个方向即可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致谢页，约10秒。感谢指导教师和评委老师，等待提问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879" y="1905000"/>
            <a:ext cx="10489938" cy="139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基于STM32的停车场管理系统设计与实现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50879" y="3556000"/>
            <a:ext cx="10489938" cy="10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6C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重庆对外经贸学院 · 2026届本科毕业答辩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879" y="5715000"/>
            <a:ext cx="10489938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姓名 / 学号 / 专业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指导教师：邓嘉欣 · 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381000"/>
            <a:ext cx="10667733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 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031949" y="1524000"/>
            <a:ext cx="8127797" cy="482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研究背景与问题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系统总体设计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三大改进方案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关键模块实现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实验结果与分析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 工程联调中的完善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 总结与展望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254000"/>
            <a:ext cx="11429714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研究背景与动机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87" y="1079500"/>
            <a:ext cx="5079873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▎背景数据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87" y="1460500"/>
            <a:ext cx="5333867" cy="1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截至2025年底，全国汽车保有量达3.66亿辆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连续11年新注册超300万辆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城市停车难、车位利用率低、进出口效率低下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87" y="2794000"/>
            <a:ext cx="5079873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▎传统停车场痛点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87" y="3175000"/>
            <a:ext cx="5333867" cy="10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需人工值守，人力成本高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信息孤岛，无法联网管理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人工计时误差大，易产生纠纷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22844" y="1079500"/>
            <a:ext cx="5841854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▎现有嵌入式方案的三大不足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22844" y="1524000"/>
            <a:ext cx="5841854" cy="279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通信实时性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主控同时负责设备控制与网络通信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资源竞争导致响应迟缓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识别容错性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单帧识别无容错手段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弱光/运动模糊下错误率高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车辆管控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无法区分车辆类型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逃费/欠费车辆无法有效拦截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254000"/>
            <a:ext cx="11429714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系统总体架构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87" y="1016000"/>
            <a:ext cx="11175721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四层架构设计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15975" y="1524000"/>
            <a:ext cx="10159746" cy="38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应用层    │ 管理后台（Vue.js）+ 微信小程序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━━━━━━━━━━━━━━━━━━━━━━━━━━━━━━━━━━━━━━━━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服务层    │ Spring Boot + ONNX Runtime车牌识别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│ 三级入场决策 + 微信支付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━━━━━━━━━━━━━━━━━━━━━━━━━━━━━━━━━━━━━━━━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通信层    │ ESP8266自定义固件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│ UART异步JSON · MQTT + HTTP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━━━━━━━━━━━━━━━━━━━━━━━━━━━━━━━━━━━━━━━━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感知层    │ STM32H750VBT6 + FreeRTOS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│ HC-SR04 · YL62 · OV7670 · SG90 · ST7735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254000"/>
            <a:ext cx="11429714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改进点一 —— 双MCU异步通信架构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87" y="1016000"/>
            <a:ext cx="2539937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▎问题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87" y="1397000"/>
            <a:ext cx="11175721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传统AT指令模式同步阻塞，40KB图片上传期间主控被阻塞约6250ms，传感器无法响应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87" y="2032000"/>
            <a:ext cx="2539937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▎本文方案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87" y="2476500"/>
            <a:ext cx="11175721" cy="139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ESP8266烧录自定义Arduino固件，作为独立网络协处理器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STM32与ESP8266通过UART以换行符分隔JSON异步通信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主控发出指令后立即返回，无需等待网络操作完成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支持运行时动态配置WiFi/Broker地址，无需重烧固件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937" y="4318000"/>
            <a:ext cx="7111822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核心效果：主控阻塞时间 = 0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254000"/>
            <a:ext cx="11429714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改进点二 —— 双帧比对容错识别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87" y="1016000"/>
            <a:ext cx="2539937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▎问题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87" y="1371600"/>
            <a:ext cx="11175721" cy="444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OV7670成像质量有限，单帧易受运动模糊和光线变化影响，无容错手段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87" y="1968500"/>
            <a:ext cx="5079873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▎五级融合决策规则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1981" y="2413000"/>
            <a:ext cx="10667733" cy="20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规则一 │ 两帧结果完全一致        → 取首帧，直接采信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规则二 │ 仅次帧通过格式校验      → 取次帧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规则三 │ 仅首帧通过格式校验      → 取首帧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规则四 │ 两帧均有效但字符不同    → 编辑距离择优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规则五 │ 两帧均未通过格式校验    → 保守取首帧，记日志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981" y="4699000"/>
            <a:ext cx="10667733" cy="444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方案：间隔1500ms连续采集两帧 → 服务端5s窗口内融合决策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254000"/>
            <a:ext cx="11429714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改进点三 —— 三级入场决策机制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87" y="1016000"/>
            <a:ext cx="11175721" cy="444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▎问题：现有低成本方案无法区分车辆类型，逃费/欠费车辆无法被拦截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87" y="1587500"/>
            <a:ext cx="5079873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▎三级决策流程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1981" y="2032000"/>
            <a:ext cx="10667733" cy="292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车牌识别完成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 第一级：黑名单？─── 是 → 拒绝放行 + MQTT下发DENY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+ 写操作日志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↓ 否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第二级：白名单/会员？─ 是 → 优惠放行，标注优惠类型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↓ 否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第三级：普通计费放行 → 创建停车记录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→ MQTT下发开闸 → 红外确认进入 → 开始计费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937" y="5016500"/>
            <a:ext cx="7111822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决策结果通过MQTT一次性下发，无需轮询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254000"/>
            <a:ext cx="11429714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关键模块实现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87" y="1016000"/>
            <a:ext cx="5460863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▎嵌入式端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841" y="1016000"/>
            <a:ext cx="5460863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▎服务端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841" y="1422400"/>
            <a:ext cx="5587860" cy="20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ONNX Runtime两阶段推理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车牌检测（定位）→ 字符识别（CTC解码）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Spring Boot三层架构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+ MyBatis-Plus + MySQL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JWT双轨鉴权 + 操作日志审计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87" y="4826000"/>
            <a:ext cx="11175721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系统界面：管理后台仪表盘 + 微信小程序（见论文图6.1、图6.3）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190500"/>
            <a:ext cx="11429714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实验结果与分析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87" y="787400"/>
            <a:ext cx="558786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▎通信方案对比（验证改进点一）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87" y="1143000"/>
            <a:ext cx="558786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图像大小   AT模式     JSON协议    耗时减少   主控阻塞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 KB     1820ms     780ms      57.1%       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 KB     3240ms     850ms      73.8%       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30 KB     4710ms     920ms      80.5%       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40 KB     6250ms    1010ms      83.8%      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2692400"/>
            <a:ext cx="558786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40KB时JSON协议耗时仅为AT模式的16.2%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841" y="787400"/>
            <a:ext cx="558786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▎车牌识别对比（验证改进点二）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841" y="1143000"/>
            <a:ext cx="5587860" cy="1714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测试条件       单帧     双帧     提升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白天充足光照   95.0%   95.0%     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阴天弱光       80.0%   90.0%   +10.0%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夜间LED补光    75.0%   87.5%   +12.5%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运动模糊       70.0%   85.0%   +15.0%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总  体         82.2%   91.7%    +9.5%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841" y="2895600"/>
            <a:ext cx="558786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整体准确率提升9.5%，恶劣环境最高+15%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87" y="3429000"/>
            <a:ext cx="11175721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▎系统集成测试（验证改进点三）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987" y="3810000"/>
            <a:ext cx="11175721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9条端到端用例全部通过，覆盖：黑名单拦截 · 白名单/会员放行 · 网络故障隔离 · 双帧纠错 · 手动纠错重新计费等完整流程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254000"/>
            <a:ext cx="11429714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工程联调中的完善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61981" y="1460500"/>
            <a:ext cx="10667733" cy="139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根因：gate_allow 硬编码为1，未解析HTTP响应中的allow字段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论文阶段测试通过是因为MQTT deny指令恰好先于开闸动作到达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修复：解析HTTP响应 allow 字段 → gate_allow = best_plate.allow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效果：HTTP响应 allow=0 与 MQTT deny 双重保障，任何时序下均可靠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1981" y="3556000"/>
            <a:ext cx="10667733" cy="165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根因：开闸后主任务在循环内持续轮询YL62等待车辆到位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期间主任务阻塞约3s，无法处理其他事务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改进：YL62提取为独立后台线程（50ms轮询），开机即持续运行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主任务调用 YL62_Monitor_IsObstacle() 直接读取实时状态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效果：消除开闸阶段主任务阻塞，主任务与YL62监测完全解耦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254000"/>
            <a:ext cx="11429714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总结与展望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87" y="990600"/>
            <a:ext cx="5079873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▎研究结论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87" y="1371600"/>
            <a:ext cx="11302717" cy="139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改进点            方案                    核心指标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━━━━━━━━━━━━━━━━━━━━━━━━━━━━━━━━━━━━━━━━━━━━━━━━━━━━━━━━━━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通信实时性   双MCU异步JSON协议       40KB延迟降低83.8%，主控阻塞=0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识别容错性   双帧比对五级融合         整体准确率提升9.5%，最高+15%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车辆管控     三级入场决策引擎         黑/白/普通差异化管控，测试全通过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87" y="2857500"/>
            <a:ext cx="11302717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工程联调补充：黑名单双重保障闭环 ｜ YL62后台监测消除主任务阻塞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87" y="3403600"/>
            <a:ext cx="5079873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▎不足与展望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1981" y="3810000"/>
            <a:ext cx="10921727" cy="139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摄像头成像质量限制识别上限 → 可升级支持自动对焦高清摄像头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推理依赖网络传输 → 探索边缘端轻量化模型离线推理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网络断开时无法计费 → 增加本地离线缓存与批量同步机制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未覆盖场内车位引导 → 结合超声波矩阵实现车位级精准管理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PPT</dc:creator>
  <cp:lastModifiedBy>AI PPT</cp:lastModifiedBy>
  <cp:revision>1</cp:revision>
  <dcterms:created xsi:type="dcterms:W3CDTF">2026-04-16T15:34:50Z</dcterms:created>
  <dcterms:modified xsi:type="dcterms:W3CDTF">2026-04-16T15:34:50Z</dcterms:modified>
</cp:coreProperties>
</file>